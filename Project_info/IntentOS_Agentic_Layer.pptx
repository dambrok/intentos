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2EB"/>
    <a:srgbClr val="F4F1EC"/>
    <a:srgbClr val="F3F0E4"/>
    <a:srgbClr val="F2F0E3"/>
    <a:srgbClr val="F3F0E9"/>
    <a:srgbClr val="F3F0E7"/>
    <a:srgbClr val="F4F1E8"/>
    <a:srgbClr val="FFFFFF"/>
    <a:srgbClr val="F5F6F1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8" d="100"/>
          <a:sy n="58" d="100"/>
        </p:scale>
        <p:origin x="883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3633DB6-9FAD-79D2-63A7-B9134B6436B0}"/>
              </a:ext>
            </a:extLst>
          </p:cNvPr>
          <p:cNvSpPr/>
          <p:nvPr/>
        </p:nvSpPr>
        <p:spPr>
          <a:xfrm>
            <a:off x="14376400" y="8610600"/>
            <a:ext cx="1879600" cy="495300"/>
          </a:xfrm>
          <a:prstGeom prst="rect">
            <a:avLst/>
          </a:prstGeom>
          <a:solidFill>
            <a:srgbClr val="EEEF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E26A64-6321-18BA-238A-1540CEF6E166}"/>
              </a:ext>
            </a:extLst>
          </p:cNvPr>
          <p:cNvSpPr/>
          <p:nvPr/>
        </p:nvSpPr>
        <p:spPr>
          <a:xfrm>
            <a:off x="14376400" y="8610600"/>
            <a:ext cx="1879600" cy="495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0A87A01-FA94-0379-60E2-C45E9F7069C9}"/>
              </a:ext>
            </a:extLst>
          </p:cNvPr>
          <p:cNvSpPr/>
          <p:nvPr/>
        </p:nvSpPr>
        <p:spPr>
          <a:xfrm>
            <a:off x="14833600" y="8763000"/>
            <a:ext cx="1422400" cy="381000"/>
          </a:xfrm>
          <a:prstGeom prst="rect">
            <a:avLst/>
          </a:prstGeom>
          <a:solidFill>
            <a:srgbClr val="F5F6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D454CF7-08FB-8E51-7656-2A4220C2BEBD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" r="-625" b="2941"/>
          <a:stretch>
            <a:fillRect/>
          </a:stretch>
        </p:blipFill>
        <p:spPr>
          <a:xfrm>
            <a:off x="0" y="38100"/>
            <a:ext cx="163576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E2D7BF4-D9EE-62DC-FE0B-763DEAE111E3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55A782-B747-B3F6-6385-3A38B2FBA8CF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3F0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50DE73-7265-B9FC-3880-83EEB629F51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3F0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825F1D-5361-0D8D-A122-B4CB076023AF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2F0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EEA56B-C2CA-46AE-D24E-7858B56FBED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3F0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29C07C-0A88-F122-0D0D-10C6BB4C689E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4F1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A0C193-C5F9-CB7F-9AD0-FCDE8013D52A}"/>
              </a:ext>
            </a:extLst>
          </p:cNvPr>
          <p:cNvSpPr/>
          <p:nvPr/>
        </p:nvSpPr>
        <p:spPr>
          <a:xfrm>
            <a:off x="14909800" y="8839200"/>
            <a:ext cx="1346200" cy="2667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Custom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Mani</dc:creator>
  <cp:lastModifiedBy>Manish Singh</cp:lastModifiedBy>
  <cp:revision>2</cp:revision>
  <cp:lastPrinted>2026-09-22T04:01:58Z</cp:lastPrinted>
  <dcterms:created xsi:type="dcterms:W3CDTF">2006-08-16T00:00:00Z</dcterms:created>
  <dcterms:modified xsi:type="dcterms:W3CDTF">2026-09-22T04:02:31Z</dcterms:modified>
</cp:coreProperties>
</file>